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of Paudel &amp; Bernstein, WWW 2021. This deck recreates the talk and maps every part to the rwe/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years ago social media was praised as a democracy enabler; soon after, blamed for polarization. We focus on the diversity of information in personalized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Cross-cutting awareness and discussions increase political understanding and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Pre-existing labels / known slants are unreliable; positions change with the issue and event, so we learn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parts: learn positions, pick a strategy, run RWE.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retweet gives a user→elite endorsement (R) and a user→content endorsement (S); both place everyone on one 1-D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Endorsement probability decreases with squared ideological distance; elite and content models are learned jointly.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Issue-specific positioning is exactly what learning-from-behaviour captures, unlike fixed party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Diversity is calibrated: accurate, strategy-specific, and reachable via weak ties rather than jarring opposite extremes.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is the single knob; different Q gives different strategies. The framework is open-ended.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k-step walk via the transition matrix, plus an erase matrix Q; at each round the initial-state probabilities are modified by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repeat-forever erasure loop telescopes into a closed form; the denominator is constant per user so it doesn't change the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 walk scores i1 and i2 equally; degree-based erasure lowers the high-degree node and raises low-degree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evaluation axes: ideology accuracy, long-tail diversity, ideological 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State-of-the-art recommenders from a recent evaluation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RWE-B's recommendations span a wider ideological range than the most competitive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Baselines recommend from the same quadrant; RWE recommends from the opposite quadrants and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= difference between recommended position and the user's own / training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is better except for UW-Range, AUC and HR@10. RWE-B at erasure exponent v ∈ {5, 2, 0.5}.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contributions, each realised in the rwe/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repository adds on top of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Acknowledging the Hasler Foundation's support of the original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8B1A1A"/>
                </a:solidFill>
              </a:rPr>
              <a:t>Random Walks with Erasure</a:t>
            </a:r>
          </a:p>
          <a:p>
            <a:r>
              <a:rPr sz="2600">
                <a:solidFill>
                  <a:srgbClr val="333333"/>
                </a:solidFill>
              </a:rPr>
              <a:t>Diversifying Personalized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Paper: Bibek Paudel (Stanford) · Abraham Bernstein (UZH) — WWW 2021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A slide-by-slide walkthrough mapped to this implementation.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Deck recreated from the talk; diagrams + code-mapping by the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The problem: filter bubbles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Recommenders show "more of what you already like" → filter bubbles.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2010–13: social media praised as an enabler of democracy and protest.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Then criticised for increasing polarization and harming society.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High polarization → suspicion, hostility, and lower political participation.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motivation captured in GUIDE.md 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How to bridge the divide?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Cross-cutting awareness = exposure to viewpoints from the other side.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It is linked to greater political understanding and participation.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Goal: recommend content that is relevant AND bridges viewpoints.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RWEB (bridging) + extensions satisfaction.py / agent_sim.py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Challenge of political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Naive fix: mix outlets by their known slant (e.g. AllSides). Not enough.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Two articles from the SAME outlet were shared by opposite Brexit camps.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Ideological positions are issue/event-specific → must be learned, not labelled.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IdeologyModel.fit(R, S) learns issue-specific positions from behaviour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Our approach — three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1. Identify ideological positions of elites AND content from event discussions.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2. Choose a diversification strategy (naive "mix both sides" may fail).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3. Random Walk with Erasure (RWE): recommend diverse content via weak 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ideology.py  ·  RWED / RWEB  ·  RWE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Ideology of users, elites &amp;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Each retweet yields three roles: User (retweeter), Elite (author), Content (URL).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Two graphs: elite-endorsement R and content-share 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Place users, elites and content on one shared left–right scale.</a:t>
            </a:r>
          </a:p>
        </p:txBody>
      </p:sp>
      <p:pic>
        <p:nvPicPr>
          <p:cNvPr id="5" name="Picture 4" descr="ideology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240" y="3063240"/>
            <a:ext cx="7319214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IdeologyModel.fit(R, S) → positions θ (users), φ (elites), ψ (content)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Ideal-point model + joint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Elite:    p(R=1) = σ( −‖θ_u − φ_e‖² + α_u + β_e 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Content:  p(S=1) = σ( −‖θ_u − ψ_c‖² + α_u + γ_c 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Closer ideology ⇒ more likely to endorse.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Joint objective: maximise  μ·Σ_R[·] + Σ_S[·]  −  (λ/2)(‖θ‖+‖φ‖+‖ψ‖)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⟹ sim(u, c): similarity of political 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ideology.py: Pi_R / Pi_S (eqs 6/9), _objective (eq 11); sim = RWEB.similarity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Estimated positions (results)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Recovers left/right correctly across UK, US and Germany.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Captures issue-specific cases (e.g. Conservatives who backed Remain → left).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Joint learning (elite + content) beats elite-endorsement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validated on synthetic data (real Twitter data not shareable) — demo_synthetic.py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Normative goals for diversification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Personalized: high accuracy.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Long-tail: expose users to more low-degree items.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Bridging: show the other side — but not too polarizing — via weak-tie "bridges".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accuracy metrics · RWED · RWEB (max_distance = "not too far")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Diversification strategies — the erase matrix Q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Q on the user-item graph prefers certain random walks over others.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Example I — Bridging: items on the opposite side of the user.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Example II — Long-tail: low-degree items.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Example III — Contrarian: items opposite to the user.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Generalized framework: any property defined on items or user-item 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RWE(item_erasure=…): RWEB · RWED · or any callable (contrarian = one-liner)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Random Walk with Erasure — the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Bipartite graph: m users, n items; k-step transitions Pᵏ.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Erase matrix Q ∈ [0,1)^{(m+n)×(m+n)}.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Sample multiple rounds; erased mass becomes the next round's start.</a:t>
            </a:r>
          </a:p>
        </p:txBody>
      </p:sp>
      <p:pic>
        <p:nvPicPr>
          <p:cNvPr id="5" name="Picture 4" descr="bipartit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236" y="3063239"/>
            <a:ext cx="4223221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FeedbackGraph (A^G, P=D⁻¹A^G); item_distribution(users, 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How erasure steers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Score(item) = p·(1−q) / (1 − Σ p·q)   —   the mass that survives the "tax".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High tax q ⇒ suppressed;  low tax q ⇒ recommended.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Final score:  w_s = Σᵢ v_{s,i} Pᵏ ∘ (1 − Q).</a:t>
            </a:r>
          </a:p>
        </p:txBody>
      </p:sp>
      <p:pic>
        <p:nvPicPr>
          <p:cNvPr id="5" name="Picture 4" descr="rw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812" y="3063240"/>
            <a:ext cx="491007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RWE.score_iterative (rounds) == derived closed form; tested to match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Long-tail worked example (reproduced)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Pᵏ_{u₄,i*} = [0.16, 0.16, 0.66];   Q = 1 − [1/3, 1/2, 1/2] = [0.66, 0.5, 0.5].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Erased = Pᵏ ∘ Q;  start mass falls  1 → 0.51 → 0.26  across rounds.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Suppresses the high-degree item, lifts the low-degree ones.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Our code reproduces these numbers to the decimal.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RWED (β=1) via score_iterative — verified against the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Experimental evaluation — three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Q1. Does joint learning identify ideological positions accurately?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Q2. Can RWE generate accurate AND diverse long-tail recommendations?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Q3. Can RWE generate accurate AND ideologically diverse recommendations?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IdeologyModel · RWED · RWEB  +  metrics.py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Datasets &amp;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6 Twitter graphs: UK / US / DE × {retweets (RT), URL shares}.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Plus benchmarks ML-1M and Yelp for long-tail diversity.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Baselines (RecSys'19 study): Collaborative Filtering, Matrix Factorization,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graph-based P³, and long-tail-diversifying RP³_β.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ItemKNN · BPRMF · P3 · RP3Beta;  data.py (synthetic stand-ins for private data)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Result I — ideological range of top-10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Average spread of ideological positions in the top-10 list.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RWE-B has the widest range on all but the smallest dataset.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666666"/>
                </a:solidFill>
              </a:rPr>
              <a:t>       –  → more viewpoint-spread per recommendation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metrics.rec_range_at_k  (reported as rec_range@10)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Result II — ideological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x = user position, y = mean recommended position (each dot a user).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Baselines keep users on their OWN side (dots on the diagonal).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RWE moves recommendations to the OPPOSITE quadrant / centre.</a:t>
            </a:r>
          </a:p>
        </p:txBody>
      </p:sp>
      <p:pic>
        <p:nvPicPr>
          <p:cNvPr id="5" name="Picture 4" descr="quadran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214" y="3063240"/>
            <a:ext cx="5135265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docs/make_diagrams.py quadrant_scatter — metrics.mean_recommended_position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Result III — ideological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User-Shift = Pos(Recs) − Pos(u);   Train-Shift = Pos(Recs) − Pos(Train).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Left users shift right, right users shift left.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RWE shows the strongest, cleanest shift toward the opposite 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metrics.ideological_shift (exact definition) → directed_shift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Result IV — weighted ideological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Two properties: lean toward centre (per user); wider range for extremes.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Measures UW / TW (weighted by user / training position): Recs, Shift, Range.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RWE-B is best on all three — while keeping accuracy (AUC, HR@10) on par.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weighted_position (UW/TW-Recs) · weighted_shift · weighted_range — uw_* in evaluate()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Contributions &amp; 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A probabilistic model to estimate ideological positions (users, elites, content).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Personalized ranking based on RWE.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Two diversification strategies: long-tail and political bridging.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A general framework to diversify personalized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ideology.py · RWE · RWED/RWEB · RWE(item_erasure=…)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This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Full paper in rwe/ (graph, RWE, ideology, baselines, metrics) + 2 extensions.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63 tests — including the worked erasure example reproduced to the decimal.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5 diagrams, a beginner guide (GUIDE.md), and a slide-by-slide map (docs/TALK.md).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Run:  pip install -e .   ·   pytest -q   ·   python examples/demo_synthetic.py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89320"/>
            <a:ext cx="11094415" cy="566928"/>
          </a:xfrm>
          <a:prstGeom prst="roundRect">
            <a:avLst/>
          </a:prstGeom>
          <a:solidFill>
            <a:srgbClr val="EEF5EE"/>
          </a:solidFill>
          <a:ln w="952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6B3E"/>
                </a:solidFill>
              </a:rPr>
              <a:t>→ In the code:  </a:t>
            </a:r>
            <a:r>
              <a:rPr sz="1300">
                <a:solidFill>
                  <a:srgbClr val="333333"/>
                </a:solidFill>
              </a:rPr>
              <a:t>github: greenwichg/random_walks_with_erasure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A1A"/>
                </a:solidFill>
              </a:rPr>
              <a:t>Thanks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254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Paper: Paudel &amp; Bernstein, "Random Walks with Erasure", WWW 2021.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Original talk: Bibek Paudel — @biasedcoin · bibekp@stanford.edu.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333333"/>
                </a:solidFill>
              </a:rPr>
              <a:t>•  This deck, diagrams and code-mapping: the implementation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