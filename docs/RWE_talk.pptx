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812" y="3063240"/>
            <a:ext cx="491007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1131" y="3063240"/>
            <a:ext cx="3889432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215" y="3063239"/>
            <a:ext cx="41872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888" y="3063240"/>
            <a:ext cx="423391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Full paper in rwe/ (graph, RWE, ideology, baselines, metrics) + 2 extensions.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71 tests — including the worked erasure example reproduced to the decimal.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