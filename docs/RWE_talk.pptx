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(expose to opposite views), opposite outcome depending on HOW: bounded 'not too far' bridging lowers polarization; naive opposite-blast raises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Closed-loop controllers watch a signal (ideology drift / satisfaction) and cut the per-user dose when it trends toward backfire — the 'measure it' safeguard turned into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</a:rPr>
              <a:t>Implementation, diagrams &amp; deck:  Sai Sanath Erram · Amrita Vishwa Vidyapeetham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0115"/>
            <a:ext cx="11094415" cy="3616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Joint objective: maximise  μ·Σ_R[·] + Σ_S[·]  −  (λ/2)(‖θ‖²+‖φ‖²+‖ψ‖²)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0115"/>
            <a:ext cx="11094415" cy="3616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94" y="3063240"/>
            <a:ext cx="5155506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854" y="3063240"/>
            <a:ext cx="4117987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5127" y="3063240"/>
            <a:ext cx="418144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does bridging backfire?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Risk: naive opposite-view exposure can INCREASE polarization (Bail et al. 2018).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Simulation: users assimilate nearby views but reject (backfire on) far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Bounded bridging → opinions converge (depolarize); opposite-blast → diverge.</a:t>
            </a:r>
          </a:p>
        </p:txBody>
      </p:sp>
      <p:pic>
        <p:nvPicPr>
          <p:cNvPr id="5" name="Picture 4" descr="opin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726" y="3063240"/>
            <a:ext cx="4228241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rwe/opinion_dynamics.py: assimilation–contrast model · compare_policies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guardrails that catch backfire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Don't just bound the dose — MONITOR each user and cut it if backfire starts.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Backfire monitor (ideology drift) + engagement early-warning (satisfaction).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Un-guarded aggressive dose polarizes; guardrails detect it and depolarize.</a:t>
            </a:r>
          </a:p>
        </p:txBody>
      </p:sp>
      <p:pic>
        <p:nvPicPr>
          <p:cNvPr id="5" name="Picture 4" descr="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565" y="3063240"/>
            <a:ext cx="64365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rwe/guardrails.py: BackfireMonitor · EngagementGuardrail · compare_guardrails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Full paper in rwe/ (graph, RWE, ideology, baselines, metrics) + 4 extensions.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79 tests — including the worked erasure example reproduced to the decimal.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8 diagrams, a beginner guide (GUIDE.md) and a verification report (TALK.md).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42285"/>
            <a:ext cx="11094415" cy="3312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Implementation &amp; deck: Sai Sanath Erram, Amrita Vishwa Vidyapeetham.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